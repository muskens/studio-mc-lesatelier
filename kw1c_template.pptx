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38" r:id="rId5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5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AF8F6"/>
    <a:srgbClr val="0085CA"/>
    <a:srgbClr val="FEA298"/>
    <a:srgbClr val="89888D"/>
    <a:srgbClr val="00A4F6"/>
    <a:srgbClr val="009BD2"/>
    <a:srgbClr val="0078A2"/>
    <a:srgbClr val="3399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6185EB-9C5A-4C7B-BBB6-3E03B71FB02F}" v="9" dt="2026-06-04T19:25:54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915" autoAdjust="0"/>
  </p:normalViewPr>
  <p:slideViewPr>
    <p:cSldViewPr snapToGrid="0">
      <p:cViewPr>
        <p:scale>
          <a:sx n="75" d="100"/>
          <a:sy n="75" d="100"/>
        </p:scale>
        <p:origin x="896" y="540"/>
      </p:cViewPr>
      <p:guideLst>
        <p:guide orient="horz" pos="799"/>
        <p:guide pos="5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ja Müskens" userId="ded69ca5-6ce0-4dcc-aab1-d353fdfdf25b" providerId="ADAL" clId="{AAFF3526-70DE-4142-B707-68A7BD8608AE}"/>
    <pc:docChg chg="custSel delSld modSld modMainMaster">
      <pc:chgData name="Marja Müskens" userId="ded69ca5-6ce0-4dcc-aab1-d353fdfdf25b" providerId="ADAL" clId="{AAFF3526-70DE-4142-B707-68A7BD8608AE}" dt="2026-06-04T19:26:04.677" v="127" actId="207"/>
      <pc:docMkLst>
        <pc:docMk/>
      </pc:docMkLst>
      <pc:sldChg chg="addSp delSp modSp mod chgLayout">
        <pc:chgData name="Marja Müskens" userId="ded69ca5-6ce0-4dcc-aab1-d353fdfdf25b" providerId="ADAL" clId="{AAFF3526-70DE-4142-B707-68A7BD8608AE}" dt="2026-06-04T19:26:04.677" v="127" actId="207"/>
        <pc:sldMkLst>
          <pc:docMk/>
          <pc:sldMk cId="2752146549" sldId="2138"/>
        </pc:sldMkLst>
        <pc:spChg chg="add del mod ord">
          <ac:chgData name="Marja Müskens" userId="ded69ca5-6ce0-4dcc-aab1-d353fdfdf25b" providerId="ADAL" clId="{AAFF3526-70DE-4142-B707-68A7BD8608AE}" dt="2026-06-04T19:25:30.505" v="120" actId="700"/>
          <ac:spMkLst>
            <pc:docMk/>
            <pc:sldMk cId="2752146549" sldId="2138"/>
            <ac:spMk id="2" creationId="{99C57534-A831-31A9-3140-3A141EE0B3E7}"/>
          </ac:spMkLst>
        </pc:spChg>
        <pc:spChg chg="add mod ord">
          <ac:chgData name="Marja Müskens" userId="ded69ca5-6ce0-4dcc-aab1-d353fdfdf25b" providerId="ADAL" clId="{AAFF3526-70DE-4142-B707-68A7BD8608AE}" dt="2026-06-04T19:25:30.505" v="120" actId="700"/>
          <ac:spMkLst>
            <pc:docMk/>
            <pc:sldMk cId="2752146549" sldId="2138"/>
            <ac:spMk id="3" creationId="{7F5A676B-71F1-FFF1-8379-E6B8E04177B4}"/>
          </ac:spMkLst>
        </pc:spChg>
        <pc:spChg chg="add mod">
          <ac:chgData name="Marja Müskens" userId="ded69ca5-6ce0-4dcc-aab1-d353fdfdf25b" providerId="ADAL" clId="{AAFF3526-70DE-4142-B707-68A7BD8608AE}" dt="2026-06-04T19:26:04.677" v="127" actId="207"/>
          <ac:spMkLst>
            <pc:docMk/>
            <pc:sldMk cId="2752146549" sldId="2138"/>
            <ac:spMk id="4" creationId="{C3389B04-DEBA-4EBF-3E90-8C59F8020494}"/>
          </ac:spMkLst>
        </pc:spChg>
        <pc:spChg chg="mod ord">
          <ac:chgData name="Marja Müskens" userId="ded69ca5-6ce0-4dcc-aab1-d353fdfdf25b" providerId="ADAL" clId="{AAFF3526-70DE-4142-B707-68A7BD8608AE}" dt="2026-06-04T19:25:36.874" v="121" actId="20577"/>
          <ac:spMkLst>
            <pc:docMk/>
            <pc:sldMk cId="2752146549" sldId="2138"/>
            <ac:spMk id="5" creationId="{8704CA64-6292-B49E-AD66-C99B00D76523}"/>
          </ac:spMkLst>
        </pc:spChg>
        <pc:picChg chg="del">
          <ac:chgData name="Marja Müskens" userId="ded69ca5-6ce0-4dcc-aab1-d353fdfdf25b" providerId="ADAL" clId="{AAFF3526-70DE-4142-B707-68A7BD8608AE}" dt="2026-06-04T19:02:39.536" v="0" actId="478"/>
          <ac:picMkLst>
            <pc:docMk/>
            <pc:sldMk cId="2752146549" sldId="2138"/>
            <ac:picMk id="8" creationId="{1ABA2617-4D78-56B4-A87E-6FB03536F03C}"/>
          </ac:picMkLst>
        </pc:picChg>
      </pc:sldChg>
      <pc:sldChg chg="del">
        <pc:chgData name="Marja Müskens" userId="ded69ca5-6ce0-4dcc-aab1-d353fdfdf25b" providerId="ADAL" clId="{AAFF3526-70DE-4142-B707-68A7BD8608AE}" dt="2026-06-04T19:02:45.275" v="1" actId="47"/>
        <pc:sldMkLst>
          <pc:docMk/>
          <pc:sldMk cId="1630705457" sldId="2139"/>
        </pc:sldMkLst>
      </pc:sldChg>
      <pc:sldChg chg="del">
        <pc:chgData name="Marja Müskens" userId="ded69ca5-6ce0-4dcc-aab1-d353fdfdf25b" providerId="ADAL" clId="{AAFF3526-70DE-4142-B707-68A7BD8608AE}" dt="2026-06-04T19:02:45.275" v="1" actId="47"/>
        <pc:sldMkLst>
          <pc:docMk/>
          <pc:sldMk cId="666889240" sldId="2140"/>
        </pc:sldMkLst>
      </pc:sldChg>
      <pc:sldChg chg="del">
        <pc:chgData name="Marja Müskens" userId="ded69ca5-6ce0-4dcc-aab1-d353fdfdf25b" providerId="ADAL" clId="{AAFF3526-70DE-4142-B707-68A7BD8608AE}" dt="2026-06-04T19:02:45.275" v="1" actId="47"/>
        <pc:sldMkLst>
          <pc:docMk/>
          <pc:sldMk cId="1823476680" sldId="2141"/>
        </pc:sldMkLst>
      </pc:sldChg>
      <pc:sldChg chg="del">
        <pc:chgData name="Marja Müskens" userId="ded69ca5-6ce0-4dcc-aab1-d353fdfdf25b" providerId="ADAL" clId="{AAFF3526-70DE-4142-B707-68A7BD8608AE}" dt="2026-06-04T19:02:45.275" v="1" actId="47"/>
        <pc:sldMkLst>
          <pc:docMk/>
          <pc:sldMk cId="2445150281" sldId="2142"/>
        </pc:sldMkLst>
      </pc:sldChg>
      <pc:sldChg chg="del">
        <pc:chgData name="Marja Müskens" userId="ded69ca5-6ce0-4dcc-aab1-d353fdfdf25b" providerId="ADAL" clId="{AAFF3526-70DE-4142-B707-68A7BD8608AE}" dt="2026-06-04T19:02:45.275" v="1" actId="47"/>
        <pc:sldMkLst>
          <pc:docMk/>
          <pc:sldMk cId="3619234865" sldId="2143"/>
        </pc:sldMkLst>
      </pc:sldChg>
      <pc:sldChg chg="del">
        <pc:chgData name="Marja Müskens" userId="ded69ca5-6ce0-4dcc-aab1-d353fdfdf25b" providerId="ADAL" clId="{AAFF3526-70DE-4142-B707-68A7BD8608AE}" dt="2026-06-04T19:02:45.275" v="1" actId="47"/>
        <pc:sldMkLst>
          <pc:docMk/>
          <pc:sldMk cId="1824840426" sldId="2144"/>
        </pc:sldMkLst>
      </pc:sldChg>
      <pc:sldChg chg="del">
        <pc:chgData name="Marja Müskens" userId="ded69ca5-6ce0-4dcc-aab1-d353fdfdf25b" providerId="ADAL" clId="{AAFF3526-70DE-4142-B707-68A7BD8608AE}" dt="2026-06-04T19:02:45.275" v="1" actId="47"/>
        <pc:sldMkLst>
          <pc:docMk/>
          <pc:sldMk cId="408330143" sldId="2145"/>
        </pc:sldMkLst>
      </pc:sldChg>
      <pc:sldChg chg="del">
        <pc:chgData name="Marja Müskens" userId="ded69ca5-6ce0-4dcc-aab1-d353fdfdf25b" providerId="ADAL" clId="{AAFF3526-70DE-4142-B707-68A7BD8608AE}" dt="2026-06-04T19:02:45.275" v="1" actId="47"/>
        <pc:sldMkLst>
          <pc:docMk/>
          <pc:sldMk cId="692521128" sldId="2146"/>
        </pc:sldMkLst>
      </pc:sldChg>
      <pc:sldMasterChg chg="delSp modSp mod addSldLayout modSldLayout sldLayoutOrd">
        <pc:chgData name="Marja Müskens" userId="ded69ca5-6ce0-4dcc-aab1-d353fdfdf25b" providerId="ADAL" clId="{AAFF3526-70DE-4142-B707-68A7BD8608AE}" dt="2026-06-04T19:24:38.637" v="115" actId="478"/>
        <pc:sldMasterMkLst>
          <pc:docMk/>
          <pc:sldMasterMk cId="2027978642" sldId="2147483648"/>
        </pc:sldMasterMkLst>
        <pc:spChg chg="del mod">
          <ac:chgData name="Marja Müskens" userId="ded69ca5-6ce0-4dcc-aab1-d353fdfdf25b" providerId="ADAL" clId="{AAFF3526-70DE-4142-B707-68A7BD8608AE}" dt="2026-06-04T19:05:41.047" v="12" actId="478"/>
          <ac:spMkLst>
            <pc:docMk/>
            <pc:sldMasterMk cId="2027978642" sldId="2147483648"/>
            <ac:spMk id="6" creationId="{6B2D0FBC-D6EC-5ACA-0F9D-33064F61FFDD}"/>
          </ac:spMkLst>
        </pc:spChg>
        <pc:sldLayoutChg chg="addSp delSp modSp mod">
          <pc:chgData name="Marja Müskens" userId="ded69ca5-6ce0-4dcc-aab1-d353fdfdf25b" providerId="ADAL" clId="{AAFF3526-70DE-4142-B707-68A7BD8608AE}" dt="2026-06-04T19:24:38.637" v="115" actId="478"/>
          <pc:sldLayoutMkLst>
            <pc:docMk/>
            <pc:sldMasterMk cId="2027978642" sldId="2147483648"/>
            <pc:sldLayoutMk cId="4048391220" sldId="2147483649"/>
          </pc:sldLayoutMkLst>
          <pc:spChg chg="add mod">
            <ac:chgData name="Marja Müskens" userId="ded69ca5-6ce0-4dcc-aab1-d353fdfdf25b" providerId="ADAL" clId="{AAFF3526-70DE-4142-B707-68A7BD8608AE}" dt="2026-06-04T19:04:09.207" v="9" actId="14100"/>
            <ac:spMkLst>
              <pc:docMk/>
              <pc:sldMasterMk cId="2027978642" sldId="2147483648"/>
              <pc:sldLayoutMk cId="4048391220" sldId="2147483649"/>
              <ac:spMk id="4" creationId="{D8AFB140-B2A1-001D-2B52-67E83F9A650E}"/>
            </ac:spMkLst>
          </pc:spChg>
          <pc:spChg chg="add del mod">
            <ac:chgData name="Marja Müskens" userId="ded69ca5-6ce0-4dcc-aab1-d353fdfdf25b" providerId="ADAL" clId="{AAFF3526-70DE-4142-B707-68A7BD8608AE}" dt="2026-06-04T19:24:38.637" v="115" actId="478"/>
            <ac:spMkLst>
              <pc:docMk/>
              <pc:sldMasterMk cId="2027978642" sldId="2147483648"/>
              <pc:sldLayoutMk cId="4048391220" sldId="2147483649"/>
              <ac:spMk id="5" creationId="{7B7231A4-F8EA-0160-9C05-B4BEDA35DA08}"/>
            </ac:spMkLst>
          </pc:spChg>
          <pc:spChg chg="del">
            <ac:chgData name="Marja Müskens" userId="ded69ca5-6ce0-4dcc-aab1-d353fdfdf25b" providerId="ADAL" clId="{AAFF3526-70DE-4142-B707-68A7BD8608AE}" dt="2026-06-04T19:03:39.720" v="4" actId="478"/>
            <ac:spMkLst>
              <pc:docMk/>
              <pc:sldMasterMk cId="2027978642" sldId="2147483648"/>
              <pc:sldLayoutMk cId="4048391220" sldId="2147483649"/>
              <ac:spMk id="6" creationId="{9B1FEB90-8EB0-1157-98DA-3F79043D2FBF}"/>
            </ac:spMkLst>
          </pc:spChg>
        </pc:sldLayoutChg>
        <pc:sldLayoutChg chg="delSp mod">
          <pc:chgData name="Marja Müskens" userId="ded69ca5-6ce0-4dcc-aab1-d353fdfdf25b" providerId="ADAL" clId="{AAFF3526-70DE-4142-B707-68A7BD8608AE}" dt="2026-06-04T19:05:47.920" v="13" actId="478"/>
          <pc:sldLayoutMkLst>
            <pc:docMk/>
            <pc:sldMasterMk cId="2027978642" sldId="2147483648"/>
            <pc:sldLayoutMk cId="2504866880" sldId="2147483650"/>
          </pc:sldLayoutMkLst>
          <pc:spChg chg="del">
            <ac:chgData name="Marja Müskens" userId="ded69ca5-6ce0-4dcc-aab1-d353fdfdf25b" providerId="ADAL" clId="{AAFF3526-70DE-4142-B707-68A7BD8608AE}" dt="2026-06-04T19:05:47.920" v="13" actId="478"/>
            <ac:spMkLst>
              <pc:docMk/>
              <pc:sldMasterMk cId="2027978642" sldId="2147483648"/>
              <pc:sldLayoutMk cId="2504866880" sldId="2147483650"/>
              <ac:spMk id="6" creationId="{F59797EA-1040-3D5E-6C30-878684ADEC51}"/>
            </ac:spMkLst>
          </pc:spChg>
        </pc:sldLayoutChg>
        <pc:sldLayoutChg chg="delSp modSp mod">
          <pc:chgData name="Marja Müskens" userId="ded69ca5-6ce0-4dcc-aab1-d353fdfdf25b" providerId="ADAL" clId="{AAFF3526-70DE-4142-B707-68A7BD8608AE}" dt="2026-06-04T19:16:49.586" v="63" actId="1076"/>
          <pc:sldLayoutMkLst>
            <pc:docMk/>
            <pc:sldMasterMk cId="2027978642" sldId="2147483648"/>
            <pc:sldLayoutMk cId="695374688" sldId="2147483651"/>
          </pc:sldLayoutMkLst>
          <pc:spChg chg="mod">
            <ac:chgData name="Marja Müskens" userId="ded69ca5-6ce0-4dcc-aab1-d353fdfdf25b" providerId="ADAL" clId="{AAFF3526-70DE-4142-B707-68A7BD8608AE}" dt="2026-06-04T19:16:49.586" v="63" actId="1076"/>
            <ac:spMkLst>
              <pc:docMk/>
              <pc:sldMasterMk cId="2027978642" sldId="2147483648"/>
              <pc:sldLayoutMk cId="695374688" sldId="2147483651"/>
              <ac:spMk id="2" creationId="{8B2D4FF6-15AF-617F-CF45-BF8FA0AB0B5D}"/>
            </ac:spMkLst>
          </pc:spChg>
          <pc:spChg chg="mod">
            <ac:chgData name="Marja Müskens" userId="ded69ca5-6ce0-4dcc-aab1-d353fdfdf25b" providerId="ADAL" clId="{AAFF3526-70DE-4142-B707-68A7BD8608AE}" dt="2026-06-04T19:16:49.586" v="63" actId="1076"/>
            <ac:spMkLst>
              <pc:docMk/>
              <pc:sldMasterMk cId="2027978642" sldId="2147483648"/>
              <pc:sldLayoutMk cId="695374688" sldId="2147483651"/>
              <ac:spMk id="3" creationId="{7E7BB213-D56E-E852-F25C-F91E665632A2}"/>
            </ac:spMkLst>
          </pc:spChg>
          <pc:spChg chg="del">
            <ac:chgData name="Marja Müskens" userId="ded69ca5-6ce0-4dcc-aab1-d353fdfdf25b" providerId="ADAL" clId="{AAFF3526-70DE-4142-B707-68A7BD8608AE}" dt="2026-06-04T19:05:22.786" v="10" actId="478"/>
            <ac:spMkLst>
              <pc:docMk/>
              <pc:sldMasterMk cId="2027978642" sldId="2147483648"/>
              <pc:sldLayoutMk cId="695374688" sldId="2147483651"/>
              <ac:spMk id="6" creationId="{775DA307-755B-A37D-136B-03DF50C01F7D}"/>
            </ac:spMkLst>
          </pc:spChg>
          <pc:spChg chg="mod">
            <ac:chgData name="Marja Müskens" userId="ded69ca5-6ce0-4dcc-aab1-d353fdfdf25b" providerId="ADAL" clId="{AAFF3526-70DE-4142-B707-68A7BD8608AE}" dt="2026-06-04T19:13:16.035" v="42" actId="207"/>
            <ac:spMkLst>
              <pc:docMk/>
              <pc:sldMasterMk cId="2027978642" sldId="2147483648"/>
              <pc:sldLayoutMk cId="695374688" sldId="2147483651"/>
              <ac:spMk id="8" creationId="{A2968C33-8DE9-54AA-B43E-554E406F6FEC}"/>
            </ac:spMkLst>
          </pc:spChg>
          <pc:spChg chg="mod">
            <ac:chgData name="Marja Müskens" userId="ded69ca5-6ce0-4dcc-aab1-d353fdfdf25b" providerId="ADAL" clId="{AAFF3526-70DE-4142-B707-68A7BD8608AE}" dt="2026-06-04T19:13:16.035" v="42" actId="207"/>
            <ac:spMkLst>
              <pc:docMk/>
              <pc:sldMasterMk cId="2027978642" sldId="2147483648"/>
              <pc:sldLayoutMk cId="695374688" sldId="2147483651"/>
              <ac:spMk id="9" creationId="{AA87C06F-F005-C584-35C7-883A0C50642C}"/>
            </ac:spMkLst>
          </pc:spChg>
          <pc:spChg chg="mod">
            <ac:chgData name="Marja Müskens" userId="ded69ca5-6ce0-4dcc-aab1-d353fdfdf25b" providerId="ADAL" clId="{AAFF3526-70DE-4142-B707-68A7BD8608AE}" dt="2026-06-04T19:13:16.035" v="42" actId="207"/>
            <ac:spMkLst>
              <pc:docMk/>
              <pc:sldMasterMk cId="2027978642" sldId="2147483648"/>
              <pc:sldLayoutMk cId="695374688" sldId="2147483651"/>
              <ac:spMk id="10" creationId="{3210D4F7-47CC-192A-2D12-7DDBD3D6FAF0}"/>
            </ac:spMkLst>
          </pc:spChg>
          <pc:grpChg chg="mod">
            <ac:chgData name="Marja Müskens" userId="ded69ca5-6ce0-4dcc-aab1-d353fdfdf25b" providerId="ADAL" clId="{AAFF3526-70DE-4142-B707-68A7BD8608AE}" dt="2026-06-04T19:16:31.164" v="60" actId="1076"/>
            <ac:grpSpMkLst>
              <pc:docMk/>
              <pc:sldMasterMk cId="2027978642" sldId="2147483648"/>
              <pc:sldLayoutMk cId="695374688" sldId="2147483651"/>
              <ac:grpSpMk id="7" creationId="{5C411F0F-9FBA-5514-A02F-44BE6E5C4489}"/>
            </ac:grpSpMkLst>
          </pc:grpChg>
        </pc:sldLayoutChg>
        <pc:sldLayoutChg chg="delSp mod">
          <pc:chgData name="Marja Müskens" userId="ded69ca5-6ce0-4dcc-aab1-d353fdfdf25b" providerId="ADAL" clId="{AAFF3526-70DE-4142-B707-68A7BD8608AE}" dt="2026-06-04T19:05:56.134" v="14" actId="478"/>
          <pc:sldLayoutMkLst>
            <pc:docMk/>
            <pc:sldMasterMk cId="2027978642" sldId="2147483648"/>
            <pc:sldLayoutMk cId="1325808917" sldId="2147483652"/>
          </pc:sldLayoutMkLst>
          <pc:spChg chg="del">
            <ac:chgData name="Marja Müskens" userId="ded69ca5-6ce0-4dcc-aab1-d353fdfdf25b" providerId="ADAL" clId="{AAFF3526-70DE-4142-B707-68A7BD8608AE}" dt="2026-06-04T19:05:56.134" v="14" actId="478"/>
            <ac:spMkLst>
              <pc:docMk/>
              <pc:sldMasterMk cId="2027978642" sldId="2147483648"/>
              <pc:sldLayoutMk cId="1325808917" sldId="2147483652"/>
              <ac:spMk id="7" creationId="{7C28B927-62A1-973B-47C8-43AEF1958B15}"/>
            </ac:spMkLst>
          </pc:spChg>
        </pc:sldLayoutChg>
        <pc:sldLayoutChg chg="delSp mod">
          <pc:chgData name="Marja Müskens" userId="ded69ca5-6ce0-4dcc-aab1-d353fdfdf25b" providerId="ADAL" clId="{AAFF3526-70DE-4142-B707-68A7BD8608AE}" dt="2026-06-04T19:06:01.643" v="15" actId="478"/>
          <pc:sldLayoutMkLst>
            <pc:docMk/>
            <pc:sldMasterMk cId="2027978642" sldId="2147483648"/>
            <pc:sldLayoutMk cId="3717941922" sldId="2147483653"/>
          </pc:sldLayoutMkLst>
          <pc:spChg chg="del">
            <ac:chgData name="Marja Müskens" userId="ded69ca5-6ce0-4dcc-aab1-d353fdfdf25b" providerId="ADAL" clId="{AAFF3526-70DE-4142-B707-68A7BD8608AE}" dt="2026-06-04T19:06:01.643" v="15" actId="478"/>
            <ac:spMkLst>
              <pc:docMk/>
              <pc:sldMasterMk cId="2027978642" sldId="2147483648"/>
              <pc:sldLayoutMk cId="3717941922" sldId="2147483653"/>
              <ac:spMk id="9" creationId="{C378657D-AD9B-31A0-93A6-80ADE9DF6991}"/>
            </ac:spMkLst>
          </pc:spChg>
        </pc:sldLayoutChg>
        <pc:sldLayoutChg chg="addSp delSp modSp mod ord">
          <pc:chgData name="Marja Müskens" userId="ded69ca5-6ce0-4dcc-aab1-d353fdfdf25b" providerId="ADAL" clId="{AAFF3526-70DE-4142-B707-68A7BD8608AE}" dt="2026-06-04T19:12:21.051" v="41" actId="14100"/>
          <pc:sldLayoutMkLst>
            <pc:docMk/>
            <pc:sldMasterMk cId="2027978642" sldId="2147483648"/>
            <pc:sldLayoutMk cId="1197137933" sldId="2147483654"/>
          </pc:sldLayoutMkLst>
          <pc:spChg chg="add mod">
            <ac:chgData name="Marja Müskens" userId="ded69ca5-6ce0-4dcc-aab1-d353fdfdf25b" providerId="ADAL" clId="{AAFF3526-70DE-4142-B707-68A7BD8608AE}" dt="2026-06-04T19:09:55.954" v="25" actId="1076"/>
            <ac:spMkLst>
              <pc:docMk/>
              <pc:sldMasterMk cId="2027978642" sldId="2147483648"/>
              <pc:sldLayoutMk cId="1197137933" sldId="2147483654"/>
              <ac:spMk id="3" creationId="{D13DBD7F-AC80-B23B-FA7F-B01A7EC854C5}"/>
            </ac:spMkLst>
          </pc:spChg>
          <pc:spChg chg="add mod">
            <ac:chgData name="Marja Müskens" userId="ded69ca5-6ce0-4dcc-aab1-d353fdfdf25b" providerId="ADAL" clId="{AAFF3526-70DE-4142-B707-68A7BD8608AE}" dt="2026-06-04T19:08:20.600" v="23"/>
            <ac:spMkLst>
              <pc:docMk/>
              <pc:sldMasterMk cId="2027978642" sldId="2147483648"/>
              <pc:sldLayoutMk cId="1197137933" sldId="2147483654"/>
              <ac:spMk id="4" creationId="{10792399-7819-5910-DED5-58EF5D5C3C8E}"/>
            </ac:spMkLst>
          </pc:spChg>
          <pc:spChg chg="del">
            <ac:chgData name="Marja Müskens" userId="ded69ca5-6ce0-4dcc-aab1-d353fdfdf25b" providerId="ADAL" clId="{AAFF3526-70DE-4142-B707-68A7BD8608AE}" dt="2026-06-04T19:06:06.040" v="16" actId="478"/>
            <ac:spMkLst>
              <pc:docMk/>
              <pc:sldMasterMk cId="2027978642" sldId="2147483648"/>
              <pc:sldLayoutMk cId="1197137933" sldId="2147483654"/>
              <ac:spMk id="5" creationId="{B5A0BC18-8932-E26D-F572-16FD5E491296}"/>
            </ac:spMkLst>
          </pc:spChg>
          <pc:spChg chg="add mod">
            <ac:chgData name="Marja Müskens" userId="ded69ca5-6ce0-4dcc-aab1-d353fdfdf25b" providerId="ADAL" clId="{AAFF3526-70DE-4142-B707-68A7BD8608AE}" dt="2026-06-04T19:08:20.600" v="23"/>
            <ac:spMkLst>
              <pc:docMk/>
              <pc:sldMasterMk cId="2027978642" sldId="2147483648"/>
              <pc:sldLayoutMk cId="1197137933" sldId="2147483654"/>
              <ac:spMk id="14" creationId="{AE4937C6-F360-491B-4B81-6D0CFAE6F640}"/>
            </ac:spMkLst>
          </pc:spChg>
          <pc:spChg chg="add del">
            <ac:chgData name="Marja Müskens" userId="ded69ca5-6ce0-4dcc-aab1-d353fdfdf25b" providerId="ADAL" clId="{AAFF3526-70DE-4142-B707-68A7BD8608AE}" dt="2026-06-04T19:10:10.273" v="26" actId="11529"/>
            <ac:spMkLst>
              <pc:docMk/>
              <pc:sldMasterMk cId="2027978642" sldId="2147483648"/>
              <pc:sldLayoutMk cId="1197137933" sldId="2147483654"/>
              <ac:spMk id="15" creationId="{7AA288FB-55E4-AA73-7BAC-EA574692D000}"/>
            </ac:spMkLst>
          </pc:spChg>
          <pc:spChg chg="add mod">
            <ac:chgData name="Marja Müskens" userId="ded69ca5-6ce0-4dcc-aab1-d353fdfdf25b" providerId="ADAL" clId="{AAFF3526-70DE-4142-B707-68A7BD8608AE}" dt="2026-06-04T19:12:21.051" v="41" actId="14100"/>
            <ac:spMkLst>
              <pc:docMk/>
              <pc:sldMasterMk cId="2027978642" sldId="2147483648"/>
              <pc:sldLayoutMk cId="1197137933" sldId="2147483654"/>
              <ac:spMk id="16" creationId="{DDD1943B-713C-AC8B-C461-AC852C50BE33}"/>
            </ac:spMkLst>
          </pc:spChg>
        </pc:sldLayoutChg>
        <pc:sldLayoutChg chg="addSp delSp modSp mod">
          <pc:chgData name="Marja Müskens" userId="ded69ca5-6ce0-4dcc-aab1-d353fdfdf25b" providerId="ADAL" clId="{AAFF3526-70DE-4142-B707-68A7BD8608AE}" dt="2026-06-04T19:20:48.889" v="69" actId="167"/>
          <pc:sldLayoutMkLst>
            <pc:docMk/>
            <pc:sldMasterMk cId="2027978642" sldId="2147483648"/>
            <pc:sldLayoutMk cId="3892806840" sldId="2147483655"/>
          </pc:sldLayoutMkLst>
          <pc:spChg chg="add del">
            <ac:chgData name="Marja Müskens" userId="ded69ca5-6ce0-4dcc-aab1-d353fdfdf25b" providerId="ADAL" clId="{AAFF3526-70DE-4142-B707-68A7BD8608AE}" dt="2026-06-04T19:20:40.898" v="68" actId="11529"/>
            <ac:spMkLst>
              <pc:docMk/>
              <pc:sldMasterMk cId="2027978642" sldId="2147483648"/>
              <pc:sldLayoutMk cId="3892806840" sldId="2147483655"/>
              <ac:spMk id="2" creationId="{F367B185-279F-F745-DB44-B69500531406}"/>
            </ac:spMkLst>
          </pc:spChg>
          <pc:spChg chg="add mod ord">
            <ac:chgData name="Marja Müskens" userId="ded69ca5-6ce0-4dcc-aab1-d353fdfdf25b" providerId="ADAL" clId="{AAFF3526-70DE-4142-B707-68A7BD8608AE}" dt="2026-06-04T19:20:48.889" v="69" actId="167"/>
            <ac:spMkLst>
              <pc:docMk/>
              <pc:sldMasterMk cId="2027978642" sldId="2147483648"/>
              <pc:sldLayoutMk cId="3892806840" sldId="2147483655"/>
              <ac:spMk id="3" creationId="{D4FF3AFC-2CEF-388B-3261-CFD58067BD82}"/>
            </ac:spMkLst>
          </pc:spChg>
          <pc:spChg chg="del">
            <ac:chgData name="Marja Müskens" userId="ded69ca5-6ce0-4dcc-aab1-d353fdfdf25b" providerId="ADAL" clId="{AAFF3526-70DE-4142-B707-68A7BD8608AE}" dt="2026-06-04T19:06:11.626" v="17" actId="478"/>
            <ac:spMkLst>
              <pc:docMk/>
              <pc:sldMasterMk cId="2027978642" sldId="2147483648"/>
              <pc:sldLayoutMk cId="3892806840" sldId="2147483655"/>
              <ac:spMk id="4" creationId="{F4EBE466-B8FB-3E48-3579-8C999BA6B5C9}"/>
            </ac:spMkLst>
          </pc:spChg>
        </pc:sldLayoutChg>
        <pc:sldLayoutChg chg="delSp mod">
          <pc:chgData name="Marja Müskens" userId="ded69ca5-6ce0-4dcc-aab1-d353fdfdf25b" providerId="ADAL" clId="{AAFF3526-70DE-4142-B707-68A7BD8608AE}" dt="2026-06-04T19:06:23.938" v="18" actId="478"/>
          <pc:sldLayoutMkLst>
            <pc:docMk/>
            <pc:sldMasterMk cId="2027978642" sldId="2147483648"/>
            <pc:sldLayoutMk cId="2124010293" sldId="2147483656"/>
          </pc:sldLayoutMkLst>
          <pc:spChg chg="del">
            <ac:chgData name="Marja Müskens" userId="ded69ca5-6ce0-4dcc-aab1-d353fdfdf25b" providerId="ADAL" clId="{AAFF3526-70DE-4142-B707-68A7BD8608AE}" dt="2026-06-04T19:06:23.938" v="18" actId="478"/>
            <ac:spMkLst>
              <pc:docMk/>
              <pc:sldMasterMk cId="2027978642" sldId="2147483648"/>
              <pc:sldLayoutMk cId="2124010293" sldId="2147483656"/>
              <ac:spMk id="7" creationId="{02411F50-EC4D-0709-3255-BE96420AF667}"/>
            </ac:spMkLst>
          </pc:spChg>
        </pc:sldLayoutChg>
        <pc:sldLayoutChg chg="delSp mod">
          <pc:chgData name="Marja Müskens" userId="ded69ca5-6ce0-4dcc-aab1-d353fdfdf25b" providerId="ADAL" clId="{AAFF3526-70DE-4142-B707-68A7BD8608AE}" dt="2026-06-04T19:06:29.691" v="19" actId="478"/>
          <pc:sldLayoutMkLst>
            <pc:docMk/>
            <pc:sldMasterMk cId="2027978642" sldId="2147483648"/>
            <pc:sldLayoutMk cId="2799976704" sldId="2147483657"/>
          </pc:sldLayoutMkLst>
          <pc:spChg chg="del">
            <ac:chgData name="Marja Müskens" userId="ded69ca5-6ce0-4dcc-aab1-d353fdfdf25b" providerId="ADAL" clId="{AAFF3526-70DE-4142-B707-68A7BD8608AE}" dt="2026-06-04T19:06:29.691" v="19" actId="478"/>
            <ac:spMkLst>
              <pc:docMk/>
              <pc:sldMasterMk cId="2027978642" sldId="2147483648"/>
              <pc:sldLayoutMk cId="2799976704" sldId="2147483657"/>
              <ac:spMk id="7" creationId="{A57A7532-E8DE-8FAD-CDBD-6F54E1411DE6}"/>
            </ac:spMkLst>
          </pc:spChg>
        </pc:sldLayoutChg>
        <pc:sldLayoutChg chg="addSp modSp add mod modTransition">
          <pc:chgData name="Marja Müskens" userId="ded69ca5-6ce0-4dcc-aab1-d353fdfdf25b" providerId="ADAL" clId="{AAFF3526-70DE-4142-B707-68A7BD8608AE}" dt="2026-06-04T19:21:08.522" v="71" actId="167"/>
          <pc:sldLayoutMkLst>
            <pc:docMk/>
            <pc:sldMasterMk cId="2027978642" sldId="2147483648"/>
            <pc:sldLayoutMk cId="2679134772" sldId="2147483658"/>
          </pc:sldLayoutMkLst>
          <pc:spChg chg="add mod ord">
            <ac:chgData name="Marja Müskens" userId="ded69ca5-6ce0-4dcc-aab1-d353fdfdf25b" providerId="ADAL" clId="{AAFF3526-70DE-4142-B707-68A7BD8608AE}" dt="2026-06-04T19:21:08.522" v="71" actId="167"/>
            <ac:spMkLst>
              <pc:docMk/>
              <pc:sldMasterMk cId="2027978642" sldId="2147483648"/>
              <pc:sldLayoutMk cId="2679134772" sldId="2147483658"/>
              <ac:spMk id="3" creationId="{1DBA790C-A9A3-09F6-F15E-426BA7775BBB}"/>
            </ac:spMkLst>
          </pc:spChg>
        </pc:sldLayoutChg>
        <pc:sldLayoutChg chg="addSp modSp add mod modTransition">
          <pc:chgData name="Marja Müskens" userId="ded69ca5-6ce0-4dcc-aab1-d353fdfdf25b" providerId="ADAL" clId="{AAFF3526-70DE-4142-B707-68A7BD8608AE}" dt="2026-06-04T19:15:09.273" v="51" actId="2085"/>
          <pc:sldLayoutMkLst>
            <pc:docMk/>
            <pc:sldMasterMk cId="2027978642" sldId="2147483648"/>
            <pc:sldLayoutMk cId="625409592" sldId="2147483659"/>
          </pc:sldLayoutMkLst>
          <pc:spChg chg="add mod ord">
            <ac:chgData name="Marja Müskens" userId="ded69ca5-6ce0-4dcc-aab1-d353fdfdf25b" providerId="ADAL" clId="{AAFF3526-70DE-4142-B707-68A7BD8608AE}" dt="2026-06-04T19:15:09.273" v="51" actId="2085"/>
            <ac:spMkLst>
              <pc:docMk/>
              <pc:sldMasterMk cId="2027978642" sldId="2147483648"/>
              <pc:sldLayoutMk cId="625409592" sldId="2147483659"/>
              <ac:spMk id="4" creationId="{AD963B79-5B01-A5A4-0A68-6D9AD1630E04}"/>
            </ac:spMkLst>
          </pc:spChg>
          <pc:spChg chg="mod">
            <ac:chgData name="Marja Müskens" userId="ded69ca5-6ce0-4dcc-aab1-d353fdfdf25b" providerId="ADAL" clId="{AAFF3526-70DE-4142-B707-68A7BD8608AE}" dt="2026-06-04T19:14:27.915" v="44" actId="207"/>
            <ac:spMkLst>
              <pc:docMk/>
              <pc:sldMasterMk cId="2027978642" sldId="2147483648"/>
              <pc:sldLayoutMk cId="625409592" sldId="2147483659"/>
              <ac:spMk id="8" creationId="{9AD46585-824F-B501-E3AE-0C018CAC7F37}"/>
            </ac:spMkLst>
          </pc:spChg>
          <pc:spChg chg="mod">
            <ac:chgData name="Marja Müskens" userId="ded69ca5-6ce0-4dcc-aab1-d353fdfdf25b" providerId="ADAL" clId="{AAFF3526-70DE-4142-B707-68A7BD8608AE}" dt="2026-06-04T19:14:27.915" v="44" actId="207"/>
            <ac:spMkLst>
              <pc:docMk/>
              <pc:sldMasterMk cId="2027978642" sldId="2147483648"/>
              <pc:sldLayoutMk cId="625409592" sldId="2147483659"/>
              <ac:spMk id="9" creationId="{4BA2193E-E12A-499D-8AA6-81E0E4907390}"/>
            </ac:spMkLst>
          </pc:spChg>
          <pc:spChg chg="mod">
            <ac:chgData name="Marja Müskens" userId="ded69ca5-6ce0-4dcc-aab1-d353fdfdf25b" providerId="ADAL" clId="{AAFF3526-70DE-4142-B707-68A7BD8608AE}" dt="2026-06-04T19:14:27.915" v="44" actId="207"/>
            <ac:spMkLst>
              <pc:docMk/>
              <pc:sldMasterMk cId="2027978642" sldId="2147483648"/>
              <pc:sldLayoutMk cId="625409592" sldId="2147483659"/>
              <ac:spMk id="10" creationId="{157A4CCC-875E-824F-39BD-2C73E7EF5BDF}"/>
            </ac:spMkLst>
          </pc:spChg>
          <pc:spChg chg="mod">
            <ac:chgData name="Marja Müskens" userId="ded69ca5-6ce0-4dcc-aab1-d353fdfdf25b" providerId="ADAL" clId="{AAFF3526-70DE-4142-B707-68A7BD8608AE}" dt="2026-06-04T19:14:45.471" v="46" actId="207"/>
            <ac:spMkLst>
              <pc:docMk/>
              <pc:sldMasterMk cId="2027978642" sldId="2147483648"/>
              <pc:sldLayoutMk cId="625409592" sldId="2147483659"/>
              <ac:spMk id="12" creationId="{4782EFAB-9CBF-B268-3883-77BB4B1257B7}"/>
            </ac:spMkLst>
          </pc:spChg>
          <pc:spChg chg="mod">
            <ac:chgData name="Marja Müskens" userId="ded69ca5-6ce0-4dcc-aab1-d353fdfdf25b" providerId="ADAL" clId="{AAFF3526-70DE-4142-B707-68A7BD8608AE}" dt="2026-06-04T19:14:45.471" v="46" actId="207"/>
            <ac:spMkLst>
              <pc:docMk/>
              <pc:sldMasterMk cId="2027978642" sldId="2147483648"/>
              <pc:sldLayoutMk cId="625409592" sldId="2147483659"/>
              <ac:spMk id="13" creationId="{E7295A23-C4D0-256B-168C-4C75616FE18A}"/>
            </ac:spMkLst>
          </pc:spChg>
          <pc:spChg chg="mod">
            <ac:chgData name="Marja Müskens" userId="ded69ca5-6ce0-4dcc-aab1-d353fdfdf25b" providerId="ADAL" clId="{AAFF3526-70DE-4142-B707-68A7BD8608AE}" dt="2026-06-04T19:14:45.471" v="46" actId="207"/>
            <ac:spMkLst>
              <pc:docMk/>
              <pc:sldMasterMk cId="2027978642" sldId="2147483648"/>
              <pc:sldLayoutMk cId="625409592" sldId="2147483659"/>
              <ac:spMk id="14" creationId="{000820D5-2F5F-199C-1C28-69FB078ADF09}"/>
            </ac:spMkLst>
          </pc:spChg>
          <pc:grpChg chg="mod">
            <ac:chgData name="Marja Müskens" userId="ded69ca5-6ce0-4dcc-aab1-d353fdfdf25b" providerId="ADAL" clId="{AAFF3526-70DE-4142-B707-68A7BD8608AE}" dt="2026-06-04T19:14:27.915" v="44" actId="207"/>
            <ac:grpSpMkLst>
              <pc:docMk/>
              <pc:sldMasterMk cId="2027978642" sldId="2147483648"/>
              <pc:sldLayoutMk cId="625409592" sldId="2147483659"/>
              <ac:grpSpMk id="7" creationId="{13A1F9EF-3C38-75D2-2A9F-53294D07129F}"/>
            </ac:grpSpMkLst>
          </pc:grpChg>
          <pc:grpChg chg="mod">
            <ac:chgData name="Marja Müskens" userId="ded69ca5-6ce0-4dcc-aab1-d353fdfdf25b" providerId="ADAL" clId="{AAFF3526-70DE-4142-B707-68A7BD8608AE}" dt="2026-06-04T19:14:45.471" v="46" actId="207"/>
            <ac:grpSpMkLst>
              <pc:docMk/>
              <pc:sldMasterMk cId="2027978642" sldId="2147483648"/>
              <pc:sldLayoutMk cId="625409592" sldId="2147483659"/>
              <ac:grpSpMk id="11" creationId="{B9A0DB87-09F7-B555-BCB3-4E30FCA39978}"/>
            </ac:grpSpMkLst>
          </pc:grpChg>
        </pc:sldLayoutChg>
        <pc:sldLayoutChg chg="modSp add mod ord modTransition">
          <pc:chgData name="Marja Müskens" userId="ded69ca5-6ce0-4dcc-aab1-d353fdfdf25b" providerId="ADAL" clId="{AAFF3526-70DE-4142-B707-68A7BD8608AE}" dt="2026-06-04T19:17:48.739" v="64" actId="20578"/>
          <pc:sldLayoutMkLst>
            <pc:docMk/>
            <pc:sldMasterMk cId="2027978642" sldId="2147483648"/>
            <pc:sldLayoutMk cId="307862531" sldId="2147483660"/>
          </pc:sldLayoutMkLst>
          <pc:spChg chg="mod">
            <ac:chgData name="Marja Müskens" userId="ded69ca5-6ce0-4dcc-aab1-d353fdfdf25b" providerId="ADAL" clId="{AAFF3526-70DE-4142-B707-68A7BD8608AE}" dt="2026-06-04T19:15:38.105" v="55" actId="207"/>
            <ac:spMkLst>
              <pc:docMk/>
              <pc:sldMasterMk cId="2027978642" sldId="2147483648"/>
              <pc:sldLayoutMk cId="307862531" sldId="2147483660"/>
              <ac:spMk id="2" creationId="{7E58F21A-3E2C-634F-9625-DDCF824D9216}"/>
            </ac:spMkLst>
          </pc:spChg>
          <pc:spChg chg="mod">
            <ac:chgData name="Marja Müskens" userId="ded69ca5-6ce0-4dcc-aab1-d353fdfdf25b" providerId="ADAL" clId="{AAFF3526-70DE-4142-B707-68A7BD8608AE}" dt="2026-06-04T19:15:42.975" v="56" actId="207"/>
            <ac:spMkLst>
              <pc:docMk/>
              <pc:sldMasterMk cId="2027978642" sldId="2147483648"/>
              <pc:sldLayoutMk cId="307862531" sldId="2147483660"/>
              <ac:spMk id="3" creationId="{0F5775C2-9DA8-FA32-944A-40EB3E486A2C}"/>
            </ac:spMkLst>
          </pc:spChg>
          <pc:spChg chg="mod">
            <ac:chgData name="Marja Müskens" userId="ded69ca5-6ce0-4dcc-aab1-d353fdfdf25b" providerId="ADAL" clId="{AAFF3526-70DE-4142-B707-68A7BD8608AE}" dt="2026-06-04T19:15:49.903" v="57" actId="207"/>
            <ac:spMkLst>
              <pc:docMk/>
              <pc:sldMasterMk cId="2027978642" sldId="2147483648"/>
              <pc:sldLayoutMk cId="307862531" sldId="2147483660"/>
              <ac:spMk id="4" creationId="{AD963B79-5B01-A5A4-0A68-6D9AD1630E04}"/>
            </ac:spMkLst>
          </pc:spChg>
          <pc:spChg chg="mod">
            <ac:chgData name="Marja Müskens" userId="ded69ca5-6ce0-4dcc-aab1-d353fdfdf25b" providerId="ADAL" clId="{AAFF3526-70DE-4142-B707-68A7BD8608AE}" dt="2026-06-04T19:15:56.811" v="58" actId="207"/>
            <ac:spMkLst>
              <pc:docMk/>
              <pc:sldMasterMk cId="2027978642" sldId="2147483648"/>
              <pc:sldLayoutMk cId="307862531" sldId="2147483660"/>
              <ac:spMk id="8" creationId="{9AD46585-824F-B501-E3AE-0C018CAC7F37}"/>
            </ac:spMkLst>
          </pc:spChg>
          <pc:spChg chg="mod">
            <ac:chgData name="Marja Müskens" userId="ded69ca5-6ce0-4dcc-aab1-d353fdfdf25b" providerId="ADAL" clId="{AAFF3526-70DE-4142-B707-68A7BD8608AE}" dt="2026-06-04T19:15:56.811" v="58" actId="207"/>
            <ac:spMkLst>
              <pc:docMk/>
              <pc:sldMasterMk cId="2027978642" sldId="2147483648"/>
              <pc:sldLayoutMk cId="307862531" sldId="2147483660"/>
              <ac:spMk id="9" creationId="{4BA2193E-E12A-499D-8AA6-81E0E4907390}"/>
            </ac:spMkLst>
          </pc:spChg>
          <pc:spChg chg="mod">
            <ac:chgData name="Marja Müskens" userId="ded69ca5-6ce0-4dcc-aab1-d353fdfdf25b" providerId="ADAL" clId="{AAFF3526-70DE-4142-B707-68A7BD8608AE}" dt="2026-06-04T19:15:56.811" v="58" actId="207"/>
            <ac:spMkLst>
              <pc:docMk/>
              <pc:sldMasterMk cId="2027978642" sldId="2147483648"/>
              <pc:sldLayoutMk cId="307862531" sldId="2147483660"/>
              <ac:spMk id="10" creationId="{157A4CCC-875E-824F-39BD-2C73E7EF5BDF}"/>
            </ac:spMkLst>
          </pc:spChg>
          <pc:spChg chg="mod">
            <ac:chgData name="Marja Müskens" userId="ded69ca5-6ce0-4dcc-aab1-d353fdfdf25b" providerId="ADAL" clId="{AAFF3526-70DE-4142-B707-68A7BD8608AE}" dt="2026-06-04T19:16:00.348" v="59" actId="207"/>
            <ac:spMkLst>
              <pc:docMk/>
              <pc:sldMasterMk cId="2027978642" sldId="2147483648"/>
              <pc:sldLayoutMk cId="307862531" sldId="2147483660"/>
              <ac:spMk id="12" creationId="{4782EFAB-9CBF-B268-3883-77BB4B1257B7}"/>
            </ac:spMkLst>
          </pc:spChg>
          <pc:spChg chg="mod">
            <ac:chgData name="Marja Müskens" userId="ded69ca5-6ce0-4dcc-aab1-d353fdfdf25b" providerId="ADAL" clId="{AAFF3526-70DE-4142-B707-68A7BD8608AE}" dt="2026-06-04T19:16:00.348" v="59" actId="207"/>
            <ac:spMkLst>
              <pc:docMk/>
              <pc:sldMasterMk cId="2027978642" sldId="2147483648"/>
              <pc:sldLayoutMk cId="307862531" sldId="2147483660"/>
              <ac:spMk id="13" creationId="{E7295A23-C4D0-256B-168C-4C75616FE18A}"/>
            </ac:spMkLst>
          </pc:spChg>
          <pc:spChg chg="mod">
            <ac:chgData name="Marja Müskens" userId="ded69ca5-6ce0-4dcc-aab1-d353fdfdf25b" providerId="ADAL" clId="{AAFF3526-70DE-4142-B707-68A7BD8608AE}" dt="2026-06-04T19:16:00.348" v="59" actId="207"/>
            <ac:spMkLst>
              <pc:docMk/>
              <pc:sldMasterMk cId="2027978642" sldId="2147483648"/>
              <pc:sldLayoutMk cId="307862531" sldId="2147483660"/>
              <ac:spMk id="14" creationId="{000820D5-2F5F-199C-1C28-69FB078ADF09}"/>
            </ac:spMkLst>
          </pc:spChg>
          <pc:grpChg chg="mod">
            <ac:chgData name="Marja Müskens" userId="ded69ca5-6ce0-4dcc-aab1-d353fdfdf25b" providerId="ADAL" clId="{AAFF3526-70DE-4142-B707-68A7BD8608AE}" dt="2026-06-04T19:15:56.811" v="58" actId="207"/>
            <ac:grpSpMkLst>
              <pc:docMk/>
              <pc:sldMasterMk cId="2027978642" sldId="2147483648"/>
              <pc:sldLayoutMk cId="307862531" sldId="2147483660"/>
              <ac:grpSpMk id="7" creationId="{13A1F9EF-3C38-75D2-2A9F-53294D07129F}"/>
            </ac:grpSpMkLst>
          </pc:grpChg>
          <pc:grpChg chg="mod">
            <ac:chgData name="Marja Müskens" userId="ded69ca5-6ce0-4dcc-aab1-d353fdfdf25b" providerId="ADAL" clId="{AAFF3526-70DE-4142-B707-68A7BD8608AE}" dt="2026-06-04T19:16:00.348" v="59" actId="207"/>
            <ac:grpSpMkLst>
              <pc:docMk/>
              <pc:sldMasterMk cId="2027978642" sldId="2147483648"/>
              <pc:sldLayoutMk cId="307862531" sldId="2147483660"/>
              <ac:grpSpMk id="11" creationId="{B9A0DB87-09F7-B555-BCB3-4E30FCA39978}"/>
            </ac:grpSpMkLst>
          </pc:grpChg>
        </pc:sldLayoutChg>
        <pc:sldLayoutChg chg="add mod ord modTransition">
          <pc:chgData name="Marja Müskens" userId="ded69ca5-6ce0-4dcc-aab1-d353fdfdf25b" providerId="ADAL" clId="{AAFF3526-70DE-4142-B707-68A7BD8608AE}" dt="2026-06-04T19:19:40.692" v="67" actId="20578"/>
          <pc:sldLayoutMkLst>
            <pc:docMk/>
            <pc:sldMasterMk cId="2027978642" sldId="2147483648"/>
            <pc:sldLayoutMk cId="3679337029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F8D4DB3-AA00-4EB7-87E0-C27DD7921469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833D069F-0CC3-4E07-9B51-4DF1281C4F51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48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44F45-B5D7-8D66-517E-DA05397F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C78019A-B063-1510-0510-AFA30D880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C1A19E6-16A3-65D3-60B9-6169A04BD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00A06E1-E101-5D77-98A0-446B9C3A5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D069F-0CC3-4E07-9B51-4DF1281C4F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02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CFE49-A2A8-242A-BDE7-5A9B7FE8D0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336DB-FEC7-E096-3CDB-ABF17537E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ABA7737-09CA-0717-24EB-864E74D31F37}"/>
              </a:ext>
            </a:extLst>
          </p:cNvPr>
          <p:cNvGrpSpPr/>
          <p:nvPr userDrawn="1"/>
        </p:nvGrpSpPr>
        <p:grpSpPr>
          <a:xfrm>
            <a:off x="5660164" y="1179112"/>
            <a:ext cx="871671" cy="421088"/>
            <a:chOff x="10810430" y="365125"/>
            <a:chExt cx="871671" cy="421088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3A1B11D4-E0C4-8975-EFD4-88C4F21819FC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E07C5ECB-4516-9EA5-6FF4-93FAE399761A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D3988417-0756-D59A-7C40-62D2F2F557A5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hthoek 3">
            <a:extLst>
              <a:ext uri="{FF2B5EF4-FFF2-40B4-BE49-F238E27FC236}">
                <a16:creationId xmlns:a16="http://schemas.microsoft.com/office/drawing/2014/main" id="{D8AFB140-B2A1-001D-2B52-67E83F9A650E}"/>
              </a:ext>
            </a:extLst>
          </p:cNvPr>
          <p:cNvSpPr/>
          <p:nvPr userDrawn="1"/>
        </p:nvSpPr>
        <p:spPr>
          <a:xfrm>
            <a:off x="0" y="6374487"/>
            <a:ext cx="12192000" cy="48351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8391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AD963B79-5B01-A5A4-0A68-6D9AD1630E0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A0DB87-09F7-B555-BCB3-4E30FCA39978}"/>
              </a:ext>
            </a:extLst>
          </p:cNvPr>
          <p:cNvGrpSpPr/>
          <p:nvPr userDrawn="1"/>
        </p:nvGrpSpPr>
        <p:grpSpPr>
          <a:xfrm rot="10800000">
            <a:off x="10482129" y="6176963"/>
            <a:ext cx="871671" cy="421088"/>
            <a:chOff x="10810430" y="365125"/>
            <a:chExt cx="871671" cy="421088"/>
          </a:xfrm>
          <a:solidFill>
            <a:srgbClr val="FF0000"/>
          </a:solidFill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782EFAB-9CBF-B268-3883-77BB4B1257B7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E7295A23-C4D0-256B-168C-4C75616FE18A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00820D5-2F5F-199C-1C28-69FB078ADF09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58F21A-3E2C-634F-9625-DDCF824D9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85C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775C2-9DA8-FA32-944A-40EB3E486A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rgbClr val="0085CA"/>
                </a:solidFill>
              </a:defRPr>
            </a:lvl1pPr>
            <a:lvl2pPr>
              <a:defRPr>
                <a:solidFill>
                  <a:srgbClr val="0085CA"/>
                </a:solidFill>
              </a:defRPr>
            </a:lvl2pPr>
            <a:lvl3pPr>
              <a:defRPr>
                <a:solidFill>
                  <a:srgbClr val="0085CA"/>
                </a:solidFill>
              </a:defRPr>
            </a:lvl3pPr>
            <a:lvl4pPr>
              <a:defRPr>
                <a:solidFill>
                  <a:srgbClr val="0085CA"/>
                </a:solidFill>
              </a:defRPr>
            </a:lvl4pPr>
            <a:lvl5pPr>
              <a:defRPr>
                <a:solidFill>
                  <a:srgbClr val="0085C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A1F9EF-3C38-75D2-2A9F-53294D07129F}"/>
              </a:ext>
            </a:extLst>
          </p:cNvPr>
          <p:cNvGrpSpPr/>
          <p:nvPr userDrawn="1"/>
        </p:nvGrpSpPr>
        <p:grpSpPr>
          <a:xfrm>
            <a:off x="942886" y="154581"/>
            <a:ext cx="871671" cy="421088"/>
            <a:chOff x="10810430" y="365125"/>
            <a:chExt cx="871671" cy="421088"/>
          </a:xfrm>
          <a:solidFill>
            <a:srgbClr val="FF0000"/>
          </a:solidFill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9AD46585-824F-B501-E3AE-0C018CAC7F37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4BA2193E-E12A-499D-8AA6-81E0E4907390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157A4CCC-875E-824F-39BD-2C73E7EF5BDF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862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lide blauw: tekst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9A0DB87-09F7-B555-BCB3-4E30FCA39978}"/>
              </a:ext>
            </a:extLst>
          </p:cNvPr>
          <p:cNvGrpSpPr/>
          <p:nvPr userDrawn="1"/>
        </p:nvGrpSpPr>
        <p:grpSpPr>
          <a:xfrm rot="10800000">
            <a:off x="10482129" y="6176963"/>
            <a:ext cx="871671" cy="421088"/>
            <a:chOff x="10810430" y="365125"/>
            <a:chExt cx="871671" cy="421088"/>
          </a:xfrm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782EFAB-9CBF-B268-3883-77BB4B1257B7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E7295A23-C4D0-256B-168C-4C75616FE18A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00820D5-2F5F-199C-1C28-69FB078ADF09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58F21A-3E2C-634F-9625-DDCF824D9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775C2-9DA8-FA32-944A-40EB3E48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A1F9EF-3C38-75D2-2A9F-53294D07129F}"/>
              </a:ext>
            </a:extLst>
          </p:cNvPr>
          <p:cNvGrpSpPr/>
          <p:nvPr userDrawn="1"/>
        </p:nvGrpSpPr>
        <p:grpSpPr>
          <a:xfrm>
            <a:off x="942886" y="154581"/>
            <a:ext cx="871671" cy="421088"/>
            <a:chOff x="10810430" y="365125"/>
            <a:chExt cx="871671" cy="421088"/>
          </a:xfrm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9AD46585-824F-B501-E3AE-0C018CAC7F37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4BA2193E-E12A-499D-8AA6-81E0E4907390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157A4CCC-875E-824F-39BD-2C73E7EF5BDF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4866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lide rood: tekst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AD963B79-5B01-A5A4-0A68-6D9AD1630E0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A0DB87-09F7-B555-BCB3-4E30FCA39978}"/>
              </a:ext>
            </a:extLst>
          </p:cNvPr>
          <p:cNvGrpSpPr/>
          <p:nvPr userDrawn="1"/>
        </p:nvGrpSpPr>
        <p:grpSpPr>
          <a:xfrm rot="10800000">
            <a:off x="10482129" y="6176963"/>
            <a:ext cx="871671" cy="421088"/>
            <a:chOff x="10810430" y="365125"/>
            <a:chExt cx="871671" cy="421088"/>
          </a:xfrm>
          <a:solidFill>
            <a:schemeClr val="bg1"/>
          </a:solidFill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782EFAB-9CBF-B268-3883-77BB4B1257B7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E7295A23-C4D0-256B-168C-4C75616FE18A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00820D5-2F5F-199C-1C28-69FB078ADF09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58F21A-3E2C-634F-9625-DDCF824D9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775C2-9DA8-FA32-944A-40EB3E486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A1F9EF-3C38-75D2-2A9F-53294D07129F}"/>
              </a:ext>
            </a:extLst>
          </p:cNvPr>
          <p:cNvGrpSpPr/>
          <p:nvPr userDrawn="1"/>
        </p:nvGrpSpPr>
        <p:grpSpPr>
          <a:xfrm>
            <a:off x="942886" y="154581"/>
            <a:ext cx="871671" cy="421088"/>
            <a:chOff x="10810430" y="365125"/>
            <a:chExt cx="871671" cy="421088"/>
          </a:xfrm>
          <a:solidFill>
            <a:schemeClr val="bg1"/>
          </a:solidFill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9AD46585-824F-B501-E3AE-0C018CAC7F37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4BA2193E-E12A-499D-8AA6-81E0E4907390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157A4CCC-875E-824F-39BD-2C73E7EF5BDF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5409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lide: grote quote of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840483E-FD4B-63C9-6175-D091AC1D7DA3}"/>
              </a:ext>
            </a:extLst>
          </p:cNvPr>
          <p:cNvGrpSpPr/>
          <p:nvPr userDrawn="1"/>
        </p:nvGrpSpPr>
        <p:grpSpPr>
          <a:xfrm rot="10800000">
            <a:off x="10482129" y="6176963"/>
            <a:ext cx="871671" cy="421088"/>
            <a:chOff x="10810430" y="365125"/>
            <a:chExt cx="871671" cy="421088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EC1800A0-C9AF-D1A4-EFF7-1D397CBB090C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3BF57855-65E6-DDC6-189B-0E72D3DF8C33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B287FAEE-C775-BED3-D79E-46B20FF58983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5B94D0-1011-6080-4F95-D30A2E562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BE5281-33A3-FBDD-45D9-E8B17BBB314F}"/>
              </a:ext>
            </a:extLst>
          </p:cNvPr>
          <p:cNvGrpSpPr/>
          <p:nvPr userDrawn="1"/>
        </p:nvGrpSpPr>
        <p:grpSpPr>
          <a:xfrm>
            <a:off x="942886" y="154581"/>
            <a:ext cx="871671" cy="421088"/>
            <a:chOff x="10810430" y="365125"/>
            <a:chExt cx="871671" cy="421088"/>
          </a:xfrm>
        </p:grpSpPr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8CF3CD41-656D-D18B-B1F0-6C7D30530779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1B05F997-6952-38B3-4CC1-31FAB35F9D54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48877180-3391-CDCB-2931-63169E049CC4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ijdelijke aanduiding voor inhoud 4">
            <a:extLst>
              <a:ext uri="{FF2B5EF4-FFF2-40B4-BE49-F238E27FC236}">
                <a16:creationId xmlns:a16="http://schemas.microsoft.com/office/drawing/2014/main" id="{D13DBD7F-AC80-B23B-FA7F-B01A7EC85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1232"/>
            <a:ext cx="10515600" cy="3890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nl-NL" sz="3600" dirty="0"/>
          </a:p>
          <a:p>
            <a:pPr marL="0" indent="0" algn="ctr">
              <a:buNone/>
            </a:pPr>
            <a:endParaRPr lang="nl-NL" sz="3600" dirty="0"/>
          </a:p>
        </p:txBody>
      </p:sp>
      <p:sp>
        <p:nvSpPr>
          <p:cNvPr id="4" name="Titel 2">
            <a:extLst>
              <a:ext uri="{FF2B5EF4-FFF2-40B4-BE49-F238E27FC236}">
                <a16:creationId xmlns:a16="http://schemas.microsoft.com/office/drawing/2014/main" id="{10792399-7819-5910-DED5-58EF5D5C3C8E}"/>
              </a:ext>
            </a:extLst>
          </p:cNvPr>
          <p:cNvSpPr txBox="1">
            <a:spLocks/>
          </p:cNvSpPr>
          <p:nvPr userDrawn="1"/>
        </p:nvSpPr>
        <p:spPr>
          <a:xfrm>
            <a:off x="2645229" y="2177399"/>
            <a:ext cx="15871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j-cs"/>
              </a:defRPr>
            </a:lvl1pPr>
          </a:lstStyle>
          <a:p>
            <a:r>
              <a:rPr lang="nl-NL" sz="15000" dirty="0">
                <a:solidFill>
                  <a:srgbClr val="00A4F6"/>
                </a:solidFill>
                <a:latin typeface="Aptos Black" panose="020F0502020204030204" pitchFamily="34" charset="0"/>
              </a:rPr>
              <a:t>“</a:t>
            </a:r>
          </a:p>
        </p:txBody>
      </p:sp>
      <p:sp>
        <p:nvSpPr>
          <p:cNvPr id="14" name="Titel 2">
            <a:extLst>
              <a:ext uri="{FF2B5EF4-FFF2-40B4-BE49-F238E27FC236}">
                <a16:creationId xmlns:a16="http://schemas.microsoft.com/office/drawing/2014/main" id="{AE4937C6-F360-491B-4B81-6D0CFAE6F640}"/>
              </a:ext>
            </a:extLst>
          </p:cNvPr>
          <p:cNvSpPr txBox="1">
            <a:spLocks/>
          </p:cNvSpPr>
          <p:nvPr userDrawn="1"/>
        </p:nvSpPr>
        <p:spPr>
          <a:xfrm rot="10800000">
            <a:off x="7959634" y="3296451"/>
            <a:ext cx="15871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j-cs"/>
              </a:defRPr>
            </a:lvl1pPr>
          </a:lstStyle>
          <a:p>
            <a:r>
              <a:rPr lang="nl-NL" sz="15000" dirty="0">
                <a:solidFill>
                  <a:srgbClr val="00A4F6"/>
                </a:solidFill>
                <a:latin typeface="Aptos Black" panose="020F0502020204030204" pitchFamily="34" charset="0"/>
              </a:rPr>
              <a:t>“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DDD1943B-713C-AC8B-C461-AC852C50BE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2886" y="2716213"/>
            <a:ext cx="10286472" cy="1506537"/>
          </a:xfrm>
        </p:spPr>
        <p:txBody>
          <a:bodyPr>
            <a:normAutofit/>
          </a:bodyPr>
          <a:lstStyle>
            <a:lvl1pPr>
              <a:buNone/>
              <a:defRPr/>
            </a:lvl1pPr>
            <a:lvl2pPr algn="ctr">
              <a:buNone/>
              <a:defRPr sz="3200"/>
            </a:lvl2pPr>
          </a:lstStyle>
          <a:p>
            <a:pPr lvl="1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19713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-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D4FF6-15AF-617F-CF45-BF8FA0AB0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49" y="946641"/>
            <a:ext cx="10515600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BB213-D56E-E852-F25C-F91E665632A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49" y="3826366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411F0F-9FBA-5514-A02F-44BE6E5C4489}"/>
              </a:ext>
            </a:extLst>
          </p:cNvPr>
          <p:cNvGrpSpPr/>
          <p:nvPr userDrawn="1"/>
        </p:nvGrpSpPr>
        <p:grpSpPr>
          <a:xfrm>
            <a:off x="5653814" y="2254598"/>
            <a:ext cx="871671" cy="421088"/>
            <a:chOff x="10810430" y="365125"/>
            <a:chExt cx="871671" cy="421088"/>
          </a:xfrm>
          <a:solidFill>
            <a:schemeClr val="bg1"/>
          </a:solidFill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A2968C33-8DE9-54AA-B43E-554E406F6FEC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AA87C06F-F005-C584-35C7-883A0C50642C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3210D4F7-47CC-192A-2D12-7DDBD3D6FAF0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5374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slide: 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45FE3B5-F5AB-59A3-8631-31ED9FD0A3AB}"/>
              </a:ext>
            </a:extLst>
          </p:cNvPr>
          <p:cNvGrpSpPr/>
          <p:nvPr userDrawn="1"/>
        </p:nvGrpSpPr>
        <p:grpSpPr>
          <a:xfrm rot="10800000">
            <a:off x="10482129" y="6176963"/>
            <a:ext cx="871671" cy="421088"/>
            <a:chOff x="10810430" y="365125"/>
            <a:chExt cx="871671" cy="421088"/>
          </a:xfrm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8264DC29-058B-510F-889F-946540D6190A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AF803F65-E6E3-581B-6C22-B23DFA4FB71A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039DE42C-BBEB-BA36-DAE2-DE1D89AB77E6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131A44-09AC-0433-13D2-29DBE5E1EE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C568C-2182-8064-7E52-3BF1FE0D1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05139-FD8A-2047-5D4F-FAE2205D6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9BDA118-718A-20A7-C6F4-6628ED18B494}"/>
              </a:ext>
            </a:extLst>
          </p:cNvPr>
          <p:cNvGrpSpPr/>
          <p:nvPr userDrawn="1"/>
        </p:nvGrpSpPr>
        <p:grpSpPr>
          <a:xfrm>
            <a:off x="942886" y="154581"/>
            <a:ext cx="871671" cy="421088"/>
            <a:chOff x="10810430" y="365125"/>
            <a:chExt cx="871671" cy="421088"/>
          </a:xfrm>
        </p:grpSpPr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BDBAECBB-5CBF-4300-0928-A7ACE6C69129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3A94E345-87DA-E914-575B-B1003AFAAB1D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9E5C1D65-1F7D-A1D6-1746-BB3D2AB89219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5808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DBA790C-A9A3-09F6-F15E-426BA7775B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nl-N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40483E-FD4B-63C9-6175-D091AC1D7DA3}"/>
              </a:ext>
            </a:extLst>
          </p:cNvPr>
          <p:cNvGrpSpPr/>
          <p:nvPr userDrawn="1"/>
        </p:nvGrpSpPr>
        <p:grpSpPr>
          <a:xfrm rot="10800000">
            <a:off x="10482129" y="6176963"/>
            <a:ext cx="871671" cy="421088"/>
            <a:chOff x="10810430" y="365125"/>
            <a:chExt cx="871671" cy="421088"/>
          </a:xfrm>
        </p:grpSpPr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EC1800A0-C9AF-D1A4-EFF7-1D397CBB090C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3BF57855-65E6-DDC6-189B-0E72D3DF8C33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B287FAEE-C775-BED3-D79E-46B20FF58983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C5B94D0-1011-6080-4F95-D30A2E562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BE5281-33A3-FBDD-45D9-E8B17BBB314F}"/>
              </a:ext>
            </a:extLst>
          </p:cNvPr>
          <p:cNvGrpSpPr/>
          <p:nvPr userDrawn="1"/>
        </p:nvGrpSpPr>
        <p:grpSpPr>
          <a:xfrm>
            <a:off x="942886" y="154581"/>
            <a:ext cx="871671" cy="421088"/>
            <a:chOff x="10810430" y="365125"/>
            <a:chExt cx="871671" cy="421088"/>
          </a:xfrm>
        </p:grpSpPr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8CF3CD41-656D-D18B-B1F0-6C7D30530779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1B05F997-6952-38B3-4CC1-31FAB35F9D54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48877180-3391-CDCB-2931-63169E049CC4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134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D4FF3AFC-2CEF-388B-3261-CFD58067BD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nl-NL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CCC572-A882-51AB-4EB4-72C29DD0B851}"/>
              </a:ext>
            </a:extLst>
          </p:cNvPr>
          <p:cNvGrpSpPr/>
          <p:nvPr userDrawn="1"/>
        </p:nvGrpSpPr>
        <p:grpSpPr>
          <a:xfrm rot="10800000">
            <a:off x="10482129" y="6176963"/>
            <a:ext cx="871671" cy="421088"/>
            <a:chOff x="10810430" y="365125"/>
            <a:chExt cx="871671" cy="421088"/>
          </a:xfrm>
        </p:grpSpPr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FCDAF779-64C4-7110-5694-804B09464BCD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F099A54F-C921-A712-790D-5FF75DBFB7A9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73A6D0FC-5DDA-9BC3-5535-91D49EED4971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1EBB6C2-E0D6-E3DF-5DBD-255280190DEC}"/>
              </a:ext>
            </a:extLst>
          </p:cNvPr>
          <p:cNvGrpSpPr/>
          <p:nvPr userDrawn="1"/>
        </p:nvGrpSpPr>
        <p:grpSpPr>
          <a:xfrm>
            <a:off x="942886" y="154581"/>
            <a:ext cx="871671" cy="421088"/>
            <a:chOff x="10810430" y="365125"/>
            <a:chExt cx="871671" cy="421088"/>
          </a:xfrm>
        </p:grpSpPr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5AD6968E-E712-8919-9A64-D51A5BA51563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9770ED13-DBC6-DB03-20C7-F59E67639149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B6621B74-11CC-246C-7B95-A185905A91E6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2806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fsluit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AD963B79-5B01-A5A4-0A68-6D9AD1630E0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A0DB87-09F7-B555-BCB3-4E30FCA39978}"/>
              </a:ext>
            </a:extLst>
          </p:cNvPr>
          <p:cNvGrpSpPr/>
          <p:nvPr userDrawn="1"/>
        </p:nvGrpSpPr>
        <p:grpSpPr>
          <a:xfrm rot="10800000">
            <a:off x="10482129" y="6176963"/>
            <a:ext cx="871671" cy="421088"/>
            <a:chOff x="10810430" y="365125"/>
            <a:chExt cx="871671" cy="421088"/>
          </a:xfrm>
          <a:solidFill>
            <a:srgbClr val="FF0000"/>
          </a:solidFill>
        </p:grpSpPr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4782EFAB-9CBF-B268-3883-77BB4B1257B7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E7295A23-C4D0-256B-168C-4C75616FE18A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00820D5-2F5F-199C-1C28-69FB078ADF09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E58F21A-3E2C-634F-9625-DDCF824D92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85C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775C2-9DA8-FA32-944A-40EB3E486A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rgbClr val="0085CA"/>
                </a:solidFill>
              </a:defRPr>
            </a:lvl1pPr>
            <a:lvl2pPr>
              <a:defRPr>
                <a:solidFill>
                  <a:srgbClr val="0085CA"/>
                </a:solidFill>
              </a:defRPr>
            </a:lvl2pPr>
            <a:lvl3pPr>
              <a:defRPr>
                <a:solidFill>
                  <a:srgbClr val="0085CA"/>
                </a:solidFill>
              </a:defRPr>
            </a:lvl3pPr>
            <a:lvl4pPr>
              <a:defRPr>
                <a:solidFill>
                  <a:srgbClr val="0085CA"/>
                </a:solidFill>
              </a:defRPr>
            </a:lvl4pPr>
            <a:lvl5pPr>
              <a:defRPr>
                <a:solidFill>
                  <a:srgbClr val="0085CA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A1F9EF-3C38-75D2-2A9F-53294D07129F}"/>
              </a:ext>
            </a:extLst>
          </p:cNvPr>
          <p:cNvGrpSpPr/>
          <p:nvPr userDrawn="1"/>
        </p:nvGrpSpPr>
        <p:grpSpPr>
          <a:xfrm>
            <a:off x="942886" y="154581"/>
            <a:ext cx="871671" cy="421088"/>
            <a:chOff x="10810430" y="365125"/>
            <a:chExt cx="871671" cy="421088"/>
          </a:xfrm>
          <a:solidFill>
            <a:srgbClr val="FF0000"/>
          </a:solidFill>
        </p:grpSpPr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9AD46585-824F-B501-E3AE-0C018CAC7F37}"/>
                </a:ext>
              </a:extLst>
            </p:cNvPr>
            <p:cNvSpPr/>
            <p:nvPr userDrawn="1"/>
          </p:nvSpPr>
          <p:spPr>
            <a:xfrm>
              <a:off x="11100987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4BA2193E-E12A-499D-8AA6-81E0E4907390}"/>
                </a:ext>
              </a:extLst>
            </p:cNvPr>
            <p:cNvSpPr/>
            <p:nvPr userDrawn="1"/>
          </p:nvSpPr>
          <p:spPr>
            <a:xfrm>
              <a:off x="11391544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157A4CCC-875E-824F-39BD-2C73E7EF5BDF}"/>
                </a:ext>
              </a:extLst>
            </p:cNvPr>
            <p:cNvSpPr/>
            <p:nvPr userDrawn="1"/>
          </p:nvSpPr>
          <p:spPr>
            <a:xfrm>
              <a:off x="10810430" y="365125"/>
              <a:ext cx="290557" cy="421088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9337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B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7C6C268-937A-BE2D-8A7E-1E56376B3A6D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85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428144-C298-1E2C-83CC-E51096C2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22817B-B6ED-D923-6754-1F7349467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7978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9" r:id="rId4"/>
    <p:sldLayoutId id="2147483654" r:id="rId5"/>
    <p:sldLayoutId id="2147483651" r:id="rId6"/>
    <p:sldLayoutId id="2147483652" r:id="rId7"/>
    <p:sldLayoutId id="2147483658" r:id="rId8"/>
    <p:sldLayoutId id="2147483655" r:id="rId9"/>
    <p:sldLayoutId id="214748366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bg1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Nirmala Text" panose="020B0502040204020203" pitchFamily="34" charset="0"/>
          <a:ea typeface="Nirmala Text" panose="020B0502040204020203" pitchFamily="34" charset="0"/>
          <a:cs typeface="Nirmala Text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Nirmala Text" panose="020B0502040204020203" pitchFamily="34" charset="0"/>
          <a:ea typeface="Nirmala Text" panose="020B0502040204020203" pitchFamily="34" charset="0"/>
          <a:cs typeface="Nirmala Text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irmala Text" panose="020B0502040204020203" pitchFamily="34" charset="0"/>
          <a:ea typeface="Nirmala Text" panose="020B0502040204020203" pitchFamily="34" charset="0"/>
          <a:cs typeface="Nirmala Text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irmala Text" panose="020B0502040204020203" pitchFamily="34" charset="0"/>
          <a:ea typeface="Nirmala Text" panose="020B0502040204020203" pitchFamily="34" charset="0"/>
          <a:cs typeface="Nirmala Text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irmala Text" panose="020B0502040204020203" pitchFamily="34" charset="0"/>
          <a:ea typeface="Nirmala Text" panose="020B0502040204020203" pitchFamily="34" charset="0"/>
          <a:cs typeface="Nirmala Text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52510-1C65-E924-B3BD-CA8DDB591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BB72F1B7-7111-4F38-96B4-0F84B63AC555}"/>
              </a:ext>
            </a:extLst>
          </p:cNvPr>
          <p:cNvSpPr/>
          <p:nvPr/>
        </p:nvSpPr>
        <p:spPr>
          <a:xfrm>
            <a:off x="0" y="6069724"/>
            <a:ext cx="12192000" cy="7882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F5A676B-71F1-FFF1-8379-E6B8E04177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Ondertitel 4">
            <a:extLst>
              <a:ext uri="{FF2B5EF4-FFF2-40B4-BE49-F238E27FC236}">
                <a16:creationId xmlns:a16="http://schemas.microsoft.com/office/drawing/2014/main" id="{8704CA64-6292-B49E-AD66-C99B00D765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C3389B04-DEBA-4EBF-3E90-8C59F8020494}"/>
              </a:ext>
            </a:extLst>
          </p:cNvPr>
          <p:cNvSpPr txBox="1"/>
          <p:nvPr/>
        </p:nvSpPr>
        <p:spPr>
          <a:xfrm>
            <a:off x="1524001" y="6214533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chemeClr val="bg1"/>
                </a:solidFill>
              </a:rPr>
              <a:t>Marja Müskens </a:t>
            </a:r>
            <a:r>
              <a:rPr lang="nl-NL" dirty="0">
                <a:solidFill>
                  <a:schemeClr val="bg1"/>
                </a:solidFill>
                <a:sym typeface="Wingdings" panose="05000000000000000000" pitchFamily="2" charset="2"/>
              </a:rPr>
              <a:t> </a:t>
            </a:r>
            <a:r>
              <a:rPr lang="nl-NL" dirty="0">
                <a:solidFill>
                  <a:schemeClr val="bg1"/>
                </a:solidFill>
              </a:rPr>
              <a:t>m.muskens@kw1c </a:t>
            </a:r>
            <a:r>
              <a:rPr lang="nl-NL" dirty="0">
                <a:solidFill>
                  <a:schemeClr val="bg1"/>
                </a:solidFill>
                <a:sym typeface="Wingdings" panose="05000000000000000000" pitchFamily="2" charset="2"/>
              </a:rPr>
              <a:t> </a:t>
            </a:r>
            <a:r>
              <a:rPr lang="nl-NL" dirty="0">
                <a:solidFill>
                  <a:schemeClr val="bg1"/>
                </a:solidFill>
              </a:rPr>
              <a:t>06 48 267 988</a:t>
            </a:r>
          </a:p>
        </p:txBody>
      </p:sp>
    </p:spTree>
    <p:extLst>
      <p:ext uri="{BB962C8B-B14F-4D97-AF65-F5344CB8AC3E}">
        <p14:creationId xmlns:p14="http://schemas.microsoft.com/office/powerpoint/2010/main" val="2752146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2989DCFF70BE46AF44F30B38DACF44" ma:contentTypeVersion="12" ma:contentTypeDescription="Een nieuw document maken." ma:contentTypeScope="" ma:versionID="3cbb216a6b6d4cf57fc2cda382fea1af">
  <xsd:schema xmlns:xsd="http://www.w3.org/2001/XMLSchema" xmlns:xs="http://www.w3.org/2001/XMLSchema" xmlns:p="http://schemas.microsoft.com/office/2006/metadata/properties" xmlns:ns2="797889dc-f63b-4264-9f27-e6e331739f43" xmlns:ns3="f6cd8a80-f146-4219-9593-1ebaf9682f74" targetNamespace="http://schemas.microsoft.com/office/2006/metadata/properties" ma:root="true" ma:fieldsID="695c99ee8e457d64d73f9d6953981e86" ns2:_="" ns3:_="">
    <xsd:import namespace="797889dc-f63b-4264-9f27-e6e331739f43"/>
    <xsd:import namespace="f6cd8a80-f146-4219-9593-1ebaf9682f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7889dc-f63b-4264-9f27-e6e331739f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Afbeeldingtags" ma:readOnly="false" ma:fieldId="{5cf76f15-5ced-4ddc-b409-7134ff3c332f}" ma:taxonomyMulti="true" ma:sspId="7cc394ed-1364-4917-9721-817cbab02e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cd8a80-f146-4219-9593-1ebaf9682f7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cf12b77-1b19-4f43-9d67-e2b87f978bcb}" ma:internalName="TaxCatchAll" ma:showField="CatchAllData" ma:web="f6cd8a80-f146-4219-9593-1ebaf9682f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97889dc-f63b-4264-9f27-e6e331739f43">
      <Terms xmlns="http://schemas.microsoft.com/office/infopath/2007/PartnerControls"/>
    </lcf76f155ced4ddcb4097134ff3c332f>
    <TaxCatchAll xmlns="f6cd8a80-f146-4219-9593-1ebaf9682f74" xsi:nil="true"/>
  </documentManagement>
</p:properties>
</file>

<file path=customXml/itemProps1.xml><?xml version="1.0" encoding="utf-8"?>
<ds:datastoreItem xmlns:ds="http://schemas.openxmlformats.org/officeDocument/2006/customXml" ds:itemID="{A3B43184-73DA-405D-93F0-392CB9A1E8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148EB2-825E-41F7-B7C2-8C8371329F8D}"/>
</file>

<file path=customXml/itemProps3.xml><?xml version="1.0" encoding="utf-8"?>
<ds:datastoreItem xmlns:ds="http://schemas.openxmlformats.org/officeDocument/2006/customXml" ds:itemID="{A05D6F7D-9B5A-4777-A05F-8D07E91D1E0D}">
  <ds:schemaRefs>
    <ds:schemaRef ds:uri="d56a796d-476d-4479-bdce-3409d818fce2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www.w3.org/XML/1998/namespace"/>
    <ds:schemaRef ds:uri="http://purl.org/dc/elements/1.1/"/>
    <ds:schemaRef ds:uri="c41cc8a6-41a3-4d38-be5f-a05cd0690e4d"/>
    <ds:schemaRef ds:uri="ea7f22a5-904d-4cd2-9758-4fb748f44b26"/>
    <ds:schemaRef ds:uri="c9610501-746f-4e26-8cb1-d45cce9ea42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35338</TotalTime>
  <Words>14</Words>
  <Application>Microsoft Office PowerPoint</Application>
  <PresentationFormat>Breedbeeld</PresentationFormat>
  <Paragraphs>2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8" baseType="lpstr">
      <vt:lpstr>Aptos</vt:lpstr>
      <vt:lpstr>Aptos Black</vt:lpstr>
      <vt:lpstr>Arial</vt:lpstr>
      <vt:lpstr>Impact</vt:lpstr>
      <vt:lpstr>Nirmala Text</vt:lpstr>
      <vt:lpstr>Wingdings</vt:lpstr>
      <vt:lpstr>Office Theme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m.muskens@kw1c.nl;Marja Müskens</dc:creator>
  <cp:lastModifiedBy>Marja Müskens</cp:lastModifiedBy>
  <cp:revision>10</cp:revision>
  <cp:lastPrinted>2025-08-25T20:04:10Z</cp:lastPrinted>
  <dcterms:created xsi:type="dcterms:W3CDTF">2025-02-16T13:16:38Z</dcterms:created>
  <dcterms:modified xsi:type="dcterms:W3CDTF">2026-06-04T19:26:08Z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0x010100A62989DCFF70BE46AF44F30B38DACF44</vt:lpwstr>
  </property>
  <property fmtid="{D5CDD505-2E9C-101B-9397-08002B2CF9AE}" pid="3" name="MediaServiceImageTags">
    <vt:lpwstr/>
  </property>
  <property fmtid="{D5CDD505-2E9C-101B-9397-08002B2CF9AE}" pid="4" name="LGRegio">
    <vt:lpwstr/>
  </property>
  <property fmtid="{D5CDD505-2E9C-101B-9397-08002B2CF9AE}" pid="5" name="LGTeam">
    <vt:lpwstr/>
  </property>
  <property fmtid="{D5CDD505-2E9C-101B-9397-08002B2CF9AE}" pid="6" name="LGTag">
    <vt:lpwstr/>
  </property>
  <property fmtid="{D5CDD505-2E9C-101B-9397-08002B2CF9AE}" pid="7" name="LGCategorie">
    <vt:lpwstr/>
  </property>
  <property fmtid="{D5CDD505-2E9C-101B-9397-08002B2CF9AE}" pid="8" name="LGCrebo">
    <vt:lpwstr/>
  </property>
  <property fmtid="{D5CDD505-2E9C-101B-9397-08002B2CF9AE}" pid="9" name="LGLeerweg">
    <vt:lpwstr/>
  </property>
</Properties>
</file>